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218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LIVE SYSTEM OUTPUT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Results, Not Just a Concept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and number on the following slides comes from our actual working system — built, run, and verified end-to-end.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C127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Criminal Network Analysis 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hid one person from every written report, to test if the system could still find him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4540" y="224028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345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Test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synthetic people. One of them, Sanjay Gupta, never appears in any police report — only in phone, financial, and social media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3580" y="224028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8358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extraction, entity resolution, relationship extraction, graph construction, and centrality analysis — fully automated.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8EA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32620" y="2240280"/>
            <a:ext cx="731520" cy="73152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326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Result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490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system flag Sanjay Gupta as important, despite him being invisible in every written report?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Criminal Network Analysis — 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not a mockup</a:t>
            </a:r>
            <a:endParaRPr lang="en-US" sz="1250" dirty="0"/>
          </a:p>
        </p:txBody>
      </p:sp>
      <p:pic>
        <p:nvPicPr>
          <p:cNvPr id="4" name="Image 0" descr="final_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280160"/>
            <a:ext cx="10607040" cy="60611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Criminal Network Analysis — 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Reveal: Clicking on the Hidden Person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Gupta — zero mentions in any police report</a:t>
            </a:r>
            <a:endParaRPr lang="en-US" sz="1250" dirty="0"/>
          </a:p>
        </p:txBody>
      </p:sp>
      <p:pic>
        <p:nvPicPr>
          <p:cNvPr id="4" name="Image 0" descr="final_dashboard_sanj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280160"/>
            <a:ext cx="10607040" cy="60611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Criminal Network Analysis — 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Reveal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third data source (social media) is what actually surfaced Sanjay Gupta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Phone + Financial Records Only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212080" cy="27432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70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70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0.4286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Sharma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Sanjay Gupta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Verma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+ Social Media Data Added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65960"/>
          <a:ext cx="5212080" cy="2743200"/>
        </p:xfrm>
        <a:graphic>
          <a:graphicData uri="http://schemas.openxmlformats.org/drawingml/2006/table">
            <a:tbl>
              <a:tblPr/>
              <a:tblGrid>
                <a:gridCol w="3383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Sanjay Gupta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Sharma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Verma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solidFill>
            <a:srgbClr val="1B2430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Gupta jumped from an untracked 0.00 to the #2 highest bridge score in the network — found only once phone, financial, and social data were fused together.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2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Criminal Network Analysis — Proof of Concept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1218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Record Tells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Story.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3840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them does. This system is built, tested, and ready to demo.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Criminal Network Analysis — Proof of Concept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2026-09-06T16:41:45Z</dcterms:created>
  <dcterms:modified xsi:type="dcterms:W3CDTF">2026-09-06T16:41:45Z</dcterms:modified>
</cp:coreProperties>
</file>